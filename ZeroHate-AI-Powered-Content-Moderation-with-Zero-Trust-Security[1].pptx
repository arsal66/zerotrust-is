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" panose="02000000000000000000" pitchFamily="2" charset="0"/>
      <p:regular r:id="rId13"/>
      <p:bold r:id="rId14"/>
      <p:italic r:id="rId15"/>
      <p:boldItalic r:id="rId16"/>
    </p:embeddedFont>
    <p:embeddedFont>
      <p:font typeface="Saira Medium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705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7887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72960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ZeroHate: AI-Powered Content Moderation with Zero Trust Security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3945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85751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By: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47556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Muhammad Toseef Haider	2022-CS-16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0936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Arsal Noor			2022-CS-47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19375"/>
            <a:ext cx="77296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Project Overview &amp; Challenge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951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47627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Online platforms face rising toxic content threats.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impacts user safety and overall experience.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8951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47627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AI-powered web app detecting harmful text.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Enabled secure, fast, and reliable content moderation.</a:t>
            </a:r>
            <a:endParaRPr lang="en-US" sz="17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BFDAA6-025C-F1A6-7B4D-598FF633024A}"/>
              </a:ext>
            </a:extLst>
          </p:cNvPr>
          <p:cNvSpPr/>
          <p:nvPr/>
        </p:nvSpPr>
        <p:spPr>
          <a:xfrm>
            <a:off x="12674278" y="7535119"/>
            <a:ext cx="1956122" cy="6944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9642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Zero Trust Security Explained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654147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017306" y="37320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Strict Verification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4222433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user is trusted without verification.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200203" y="3654147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937319" y="3732014"/>
            <a:ext cx="28991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Least Privilege Access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37319" y="4222433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granted only as needed.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401866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017306" y="5479733"/>
            <a:ext cx="30012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Continuous Monitoring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5970151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Ongoing checks prevent unauthorized access.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D6AB67-E451-D3F0-3D61-017C52687500}"/>
              </a:ext>
            </a:extLst>
          </p:cNvPr>
          <p:cNvSpPr/>
          <p:nvPr/>
        </p:nvSpPr>
        <p:spPr>
          <a:xfrm>
            <a:off x="12674278" y="7535119"/>
            <a:ext cx="1956122" cy="6944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30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Tech Stack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Frontend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HTML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643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JavaScript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Backend &amp; AI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Django framework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DistilBERT for toxicity detection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2643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 &amp; OTP for authentication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BB8335-8DC8-514B-C1AF-4CF2EBB983AF}"/>
              </a:ext>
            </a:extLst>
          </p:cNvPr>
          <p:cNvSpPr/>
          <p:nvPr/>
        </p:nvSpPr>
        <p:spPr>
          <a:xfrm>
            <a:off x="12674278" y="7546694"/>
            <a:ext cx="1956122" cy="6944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549003"/>
            <a:ext cx="65474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Secure Email Verification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97944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2824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Signup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3315176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receive an email with a tokenized link.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958828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4185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Token Expiry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4676061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Token expires in 2 minutes to prevent misuse.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319713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68022" y="5546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Dashboard Access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268022" y="6036945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 verified before granting access.</a:t>
            </a:r>
            <a:endParaRPr lang="en-US" sz="1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8E7F1CE-A73F-252A-E3AD-49CFB7B8A7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9825"/>
            <a:ext cx="68553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OTP-Based Login Security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22233"/>
            <a:ext cx="2173724" cy="1306949"/>
          </a:xfrm>
          <a:prstGeom prst="roundRect">
            <a:avLst>
              <a:gd name="adj" fmla="val 15620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721167" y="307633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194328" y="28490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OTP Generation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194328" y="3339465"/>
            <a:ext cx="3489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6-digit code sent via email at login.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3080861" y="3913942"/>
            <a:ext cx="10642402" cy="15240"/>
          </a:xfrm>
          <a:prstGeom prst="roundRect">
            <a:avLst>
              <a:gd name="adj" fmla="val 1339536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3790" y="4042529"/>
            <a:ext cx="4347567" cy="1306949"/>
          </a:xfrm>
          <a:prstGeom prst="roundRect">
            <a:avLst>
              <a:gd name="adj" fmla="val 15620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08089" y="4496633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5368171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Token Validity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68171" y="4759762"/>
            <a:ext cx="42647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 only for 2 minutes to ensure security.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254704" y="5334238"/>
            <a:ext cx="8468558" cy="15240"/>
          </a:xfrm>
          <a:prstGeom prst="roundRect">
            <a:avLst>
              <a:gd name="adj" fmla="val 1339536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3790" y="5462826"/>
            <a:ext cx="6521410" cy="1306949"/>
          </a:xfrm>
          <a:prstGeom prst="roundRect">
            <a:avLst>
              <a:gd name="adj" fmla="val 15620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95011" y="591693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7542014" y="56896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Two-Step Verification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42014" y="6180058"/>
            <a:ext cx="412968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Adds strong authentication layer to login.</a:t>
            </a:r>
            <a:endParaRPr lang="en-US" sz="17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2799F1-CAEE-D8DA-9F32-4FE74A9CC7C4}"/>
              </a:ext>
            </a:extLst>
          </p:cNvPr>
          <p:cNvSpPr/>
          <p:nvPr/>
        </p:nvSpPr>
        <p:spPr>
          <a:xfrm>
            <a:off x="12674278" y="7535119"/>
            <a:ext cx="1956122" cy="6944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0921" y="561499"/>
            <a:ext cx="6674168" cy="625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AI Toxicity Detection Process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00921" y="1487686"/>
            <a:ext cx="7742158" cy="1199674"/>
          </a:xfrm>
          <a:prstGeom prst="roundRect">
            <a:avLst>
              <a:gd name="adj" fmla="val 1502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24044" y="1710809"/>
            <a:ext cx="2503408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User Input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24044" y="2143839"/>
            <a:ext cx="7295912" cy="320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Any text can be submitted for analysis.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00921" y="2887623"/>
            <a:ext cx="7742158" cy="1199674"/>
          </a:xfrm>
          <a:prstGeom prst="roundRect">
            <a:avLst>
              <a:gd name="adj" fmla="val 1502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24044" y="3110746"/>
            <a:ext cx="2503408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Processing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924044" y="3543776"/>
            <a:ext cx="7295912" cy="320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cleaned and tokenized before AI model.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00921" y="4287560"/>
            <a:ext cx="7742158" cy="1980486"/>
          </a:xfrm>
          <a:prstGeom prst="roundRect">
            <a:avLst>
              <a:gd name="adj" fmla="val 9101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24044" y="4510683"/>
            <a:ext cx="2503408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Model Output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24044" y="4943713"/>
            <a:ext cx="7295912" cy="320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Toxic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24044" y="5334119"/>
            <a:ext cx="7295912" cy="320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Threat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924044" y="5724525"/>
            <a:ext cx="7295912" cy="320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Insult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700921" y="6468308"/>
            <a:ext cx="7742158" cy="1199674"/>
          </a:xfrm>
          <a:prstGeom prst="roundRect">
            <a:avLst>
              <a:gd name="adj" fmla="val 1502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24044" y="6691432"/>
            <a:ext cx="2503408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Storage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924044" y="7124462"/>
            <a:ext cx="7295912" cy="320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Securely saved results with user identifiers.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69108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Robust Security Measures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User Verification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51967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and login accessible only to verified users.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26731" y="3176588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9937790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Token Handling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937790" y="3351967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Expired OTPs and tokens deleted immediately.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52604" y="3565088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7"/>
          <p:cNvSpPr/>
          <p:nvPr/>
        </p:nvSpPr>
        <p:spPr>
          <a:xfrm>
            <a:off x="9937790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Encryption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937790" y="5804535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Classified texts encrypted with Fernet before storage.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64103" y="5790962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0"/>
          <p:cNvSpPr/>
          <p:nvPr/>
        </p:nvSpPr>
        <p:spPr>
          <a:xfrm>
            <a:off x="1857256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Password Security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93790" y="5804535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Django hashes passwords with PBKDF2 securely.</a:t>
            </a:r>
            <a:endParaRPr lang="en-US" sz="17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38230" y="5402461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4</a:t>
            </a:r>
            <a:endParaRPr lang="en-US" sz="26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26EA29-01AA-50E1-542E-A11EDE697C8E}"/>
              </a:ext>
            </a:extLst>
          </p:cNvPr>
          <p:cNvSpPr/>
          <p:nvPr/>
        </p:nvSpPr>
        <p:spPr>
          <a:xfrm>
            <a:off x="12674278" y="7535119"/>
            <a:ext cx="1956122" cy="6944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88682"/>
            <a:ext cx="67367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Performance &amp; Reliability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050971"/>
            <a:ext cx="360807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300ms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666548" y="30827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Classification Speed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3573185"/>
            <a:ext cx="36080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AI analysis completes under 300 milliseconds.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28421" y="2050971"/>
            <a:ext cx="360818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100%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10614898" y="30827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Security Flows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28421" y="3573185"/>
            <a:ext cx="3608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email, token, and OTP systems tested reliably.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254246" y="5092779"/>
            <a:ext cx="360818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Secure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8640723" y="61245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Integrity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254246" y="6614993"/>
            <a:ext cx="3608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Results stored with timestamps and user IDs securely.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89F31C-FCB5-064B-8C7E-34219978B8C9}"/>
              </a:ext>
            </a:extLst>
          </p:cNvPr>
          <p:cNvSpPr/>
          <p:nvPr/>
        </p:nvSpPr>
        <p:spPr>
          <a:xfrm>
            <a:off x="12674278" y="7535119"/>
            <a:ext cx="1956122" cy="6944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966680"/>
            <a:ext cx="67952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Conclusion &amp; Future Work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01562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Implemented Zero Trust for authentication and AI access.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Planned features: admin/user roles and notifications.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90001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Future focus: adversarial input defense and ZTNA integration.</a:t>
            </a: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164872-ED99-2BF9-056F-6EF18CAF6F08}"/>
              </a:ext>
            </a:extLst>
          </p:cNvPr>
          <p:cNvSpPr/>
          <p:nvPr/>
        </p:nvSpPr>
        <p:spPr>
          <a:xfrm>
            <a:off x="12674278" y="7523544"/>
            <a:ext cx="1956122" cy="6944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352</Words>
  <Application>Microsoft Office PowerPoint</Application>
  <PresentationFormat>Custom</PresentationFormat>
  <Paragraphs>92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Roboto</vt:lpstr>
      <vt:lpstr>Saira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Saad Ahmad Malik</cp:lastModifiedBy>
  <cp:revision>3</cp:revision>
  <dcterms:created xsi:type="dcterms:W3CDTF">2025-05-12T08:02:05Z</dcterms:created>
  <dcterms:modified xsi:type="dcterms:W3CDTF">2025-05-12T09:43:13Z</dcterms:modified>
</cp:coreProperties>
</file>